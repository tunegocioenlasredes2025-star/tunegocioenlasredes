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38200" y="838200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38200" y="7336976"/>
            <a:ext cx="3318569" cy="315468"/>
          </a:xfrm>
          <a:prstGeom prst="rect">
            <a:avLst/>
          </a:prstGeom>
          <a:solidFill>
            <a:srgbClr val="73C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200" y="4893468"/>
            <a:ext cx="9182100" cy="2757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FFFFFF"/>
                </a:solidFill>
                <a:latin typeface="Bricolage Grotesque"/>
              </a:rPr>
              <a:t xml:space="preserve">¿Por qué Agustín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FFFFFF"/>
                </a:solidFill>
                <a:latin typeface="Bricolage Grotesque"/>
              </a:rPr>
              <a:t xml:space="preserve">tiene la web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FFFFFF"/>
                </a:solidFill>
                <a:latin typeface="Bricolage Grotesque"/>
              </a:rPr>
              <a:t xml:space="preserve">en inglés</a:t>
            </a:r>
            <a:r>
              <a:rPr sz="6900" b="1" spc="-206">
                <a:solidFill>
                  <a:srgbClr val="FFFFFF"/>
                </a:solidFill>
                <a:latin typeface="Bricolage Grotesque"/>
              </a:rPr>
              <a:t xml:space="preserve">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87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4712493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8FD8F5"/>
                </a:solidFill>
                <a:latin typeface="Figtree"/>
              </a:rPr>
              <a:t xml:space="preserve">CASO REAL · SETUP ARGENTINA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4096642"/>
            <a:ext cx="9182100" cy="2757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FFFFFF"/>
                </a:solidFill>
                <a:latin typeface="Bricolage Grotesque"/>
              </a:rPr>
              <a:t xml:space="preserve">Porque sus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FFFFFF"/>
                </a:solidFill>
                <a:latin typeface="Bricolage Grotesque"/>
              </a:rPr>
              <a:t xml:space="preserve">clientes están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63C8F2"/>
                </a:solidFill>
                <a:latin typeface="Bricolage Grotesque"/>
              </a:rPr>
              <a:t xml:space="preserve">afuera</a:t>
            </a:r>
            <a:r>
              <a:rPr sz="6900" b="1" spc="-206">
                <a:solidFill>
                  <a:srgbClr val="FFFFFF"/>
                </a:solidFill>
                <a:latin typeface="Bricolage Grotesque"/>
              </a:rPr>
              <a:t xml:space="preserve"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7120681"/>
            <a:ext cx="8153400" cy="1536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33"/>
              </a:lnSpc>
            </a:pPr>
            <a:r>
              <a:rPr sz="2700" b="0">
                <a:solidFill>
                  <a:srgbClr val="B9CFE8"/>
                </a:solidFill>
                <a:latin typeface="Figtree"/>
              </a:rPr>
              <a:t xml:space="preserve">Arma empresas en Argentina para inversores del exterior. Por eso la web arranca en inglés, y por eso los anuncios de Google apuntan a Estados Unidos.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3103959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1657D0"/>
                </a:solidFill>
                <a:latin typeface="Figtree"/>
              </a:rPr>
              <a:t xml:space="preserve">QUÉ CONSTRUIMOS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38800" y="3498800"/>
            <a:ext cx="495300" cy="38100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38800" y="5452318"/>
            <a:ext cx="495300" cy="38100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38800" y="7729835"/>
            <a:ext cx="495300" cy="38100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600" y="3327350"/>
            <a:ext cx="3181350" cy="4481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</a:pPr>
            <a:r>
              <a:rPr sz="2325" b="1">
                <a:solidFill>
                  <a:srgbClr val="0A1B33"/>
                </a:solidFill>
                <a:latin typeface="Figtree"/>
              </a:rPr>
              <a:t xml:space="preserve">En inglés por defecto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600" y="5280868"/>
            <a:ext cx="3181350" cy="4481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</a:pPr>
            <a:r>
              <a:rPr sz="2325" b="1">
                <a:solidFill>
                  <a:srgbClr val="0A1B33"/>
                </a:solidFill>
                <a:latin typeface="Figtree"/>
              </a:rPr>
              <a:t xml:space="preserve">El español, a un toque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7558385"/>
            <a:ext cx="3181350" cy="820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</a:pPr>
            <a:r>
              <a:rPr sz="2325" b="1">
                <a:solidFill>
                  <a:srgbClr val="0A1B33"/>
                </a:solidFill>
                <a:latin typeface="Figtree"/>
              </a:rPr>
              <a:t xml:space="preserve">Un blog para sus propias notas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600" y="3775471"/>
            <a:ext cx="3181350" cy="10481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1"/>
              </a:lnSpc>
            </a:pPr>
            <a:r>
              <a:rPr sz="2025" b="0">
                <a:solidFill>
                  <a:srgbClr val="46526B"/>
                </a:solidFill>
                <a:latin typeface="Figtree"/>
              </a:rPr>
              <a:t xml:space="preserve">Lo primero que ve un inversor de afuera es su idioma.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600" y="5728989"/>
            <a:ext cx="3181350" cy="13721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1"/>
              </a:lnSpc>
            </a:pPr>
            <a:r>
              <a:rPr sz="2025" b="0">
                <a:solidFill>
                  <a:srgbClr val="46526B"/>
                </a:solidFill>
                <a:latin typeface="Figtree"/>
              </a:rPr>
              <a:t xml:space="preserve">Y un aviso que se lo ofrece al que entra desde Argentina, sin cambiarle el idioma a la fuerza.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600" y="8378428"/>
            <a:ext cx="3181350" cy="10481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1"/>
              </a:lnSpc>
            </a:pPr>
            <a:r>
              <a:rPr sz="2025" b="0">
                <a:solidFill>
                  <a:srgbClr val="46526B"/>
                </a:solidFill>
                <a:latin typeface="Figtree"/>
              </a:rPr>
              <a:t xml:space="preserve">Las escribe él; nosotros armamos el lugar para publicarlas.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515" y="1954124"/>
            <a:ext cx="4632668" cy="876952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838200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8200" y="6468373"/>
            <a:ext cx="4862066" cy="253746"/>
          </a:xfrm>
          <a:prstGeom prst="rect">
            <a:avLst/>
          </a:prstGeom>
          <a:solidFill>
            <a:srgbClr val="A8E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8200" y="4503390"/>
            <a:ext cx="9182100" cy="22327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Tu web tiene que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hablar el idioma de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quien te compra</a:t>
            </a: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8200" y="7079009"/>
            <a:ext cx="5870376" cy="885825"/>
          </a:xfrm>
          <a:prstGeom prst="roundRect">
            <a:avLst>
              <a:gd name="adj" fmla="val 50000"/>
            </a:avLst>
          </a:prstGeom>
          <a:solidFill>
            <a:srgbClr val="16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7345709"/>
            <a:ext cx="5194101" cy="4286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2250" b="1">
                <a:solidFill>
                  <a:srgbClr val="FFFFFF"/>
                </a:solidFill>
                <a:latin typeface="Figtree"/>
              </a:rPr>
              <a:t xml:space="preserve">Te hacemos la demo gratis en 72 hs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