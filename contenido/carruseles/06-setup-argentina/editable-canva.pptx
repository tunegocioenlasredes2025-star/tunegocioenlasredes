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7480256"/>
            <a:ext cx="2973139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796432"/>
            <a:ext cx="9182100" cy="295155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Le entregamos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la web en julio.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En septiembre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seguimos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4712493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CASO REAL · SETUP ARGENTINA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2719238"/>
            <a:ext cx="9182100" cy="1863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Una cosa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llevó a la otra.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5001964"/>
            <a:ext cx="1257300" cy="6194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78"/>
              </a:lnSpc>
            </a:pPr>
            <a:r>
              <a:rPr sz="3450" b="1" spc="-69">
                <a:solidFill>
                  <a:srgbClr val="1657D0"/>
                </a:solidFill>
                <a:latin typeface="Bricolage Grotesque"/>
              </a:rPr>
              <a:t xml:space="preserve"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6223992"/>
            <a:ext cx="1257300" cy="6194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78"/>
              </a:lnSpc>
            </a:pPr>
            <a:r>
              <a:rPr sz="3450" b="1" spc="-69">
                <a:solidFill>
                  <a:srgbClr val="1657D0"/>
                </a:solidFill>
                <a:latin typeface="Bricolage Grotesque"/>
              </a:rPr>
              <a:t xml:space="preserve"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7800230"/>
            <a:ext cx="1257300" cy="6194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78"/>
              </a:lnSpc>
            </a:pPr>
            <a:r>
              <a:rPr sz="3450" b="1" spc="-69">
                <a:solidFill>
                  <a:srgbClr val="1657D0"/>
                </a:solidFill>
                <a:latin typeface="Bricolage Grotesque"/>
              </a:rPr>
              <a:t xml:space="preserve"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9022258"/>
            <a:ext cx="1257300" cy="6194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78"/>
              </a:lnSpc>
            </a:pPr>
            <a:r>
              <a:rPr sz="3450" b="1" spc="-69">
                <a:solidFill>
                  <a:srgbClr val="1657D0"/>
                </a:solidFill>
                <a:latin typeface="Bricolage Grotesque"/>
              </a:rPr>
              <a:t xml:space="preserve"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1650" y="5078164"/>
            <a:ext cx="1757660" cy="514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33"/>
              </a:lnSpc>
            </a:pPr>
            <a:r>
              <a:rPr sz="2850" b="1">
                <a:solidFill>
                  <a:srgbClr val="0A1B33"/>
                </a:solidFill>
                <a:latin typeface="Figtree"/>
              </a:rPr>
              <a:t xml:space="preserve">La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6300192"/>
            <a:ext cx="4992141" cy="514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33"/>
              </a:lnSpc>
            </a:pPr>
            <a:r>
              <a:rPr sz="2850" b="1">
                <a:solidFill>
                  <a:srgbClr val="0A1B33"/>
                </a:solidFill>
                <a:latin typeface="Figtree"/>
              </a:rPr>
              <a:t xml:space="preserve">El sitio completo, en inglés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1650" y="7876430"/>
            <a:ext cx="3486298" cy="514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33"/>
              </a:lnSpc>
            </a:pPr>
            <a:r>
              <a:rPr sz="2850" b="1">
                <a:solidFill>
                  <a:srgbClr val="0A1B33"/>
                </a:solidFill>
                <a:latin typeface="Figtree"/>
              </a:rPr>
              <a:t xml:space="preserve">El mantenimiento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1650" y="9098458"/>
            <a:ext cx="4487167" cy="514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33"/>
              </a:lnSpc>
            </a:pPr>
            <a:r>
              <a:rPr sz="2850" b="1">
                <a:solidFill>
                  <a:srgbClr val="0A1B33"/>
                </a:solidFill>
                <a:latin typeface="Figtree"/>
              </a:rPr>
              <a:t xml:space="preserve">Los anuncios en Google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650" y="5584031"/>
            <a:ext cx="1243310" cy="430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90"/>
              </a:lnSpc>
            </a:pPr>
            <a:r>
              <a:rPr sz="2250" b="0">
                <a:solidFill>
                  <a:srgbClr val="46526B"/>
                </a:solidFill>
                <a:latin typeface="Figtree"/>
              </a:rPr>
              <a:t xml:space="preserve">Julio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650" y="6806058"/>
            <a:ext cx="7734300" cy="7846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90"/>
              </a:lnSpc>
            </a:pPr>
            <a:r>
              <a:rPr sz="2250" b="0">
                <a:solidFill>
                  <a:srgbClr val="46526B"/>
                </a:solidFill>
                <a:latin typeface="Figtree"/>
              </a:rPr>
              <a:t xml:space="preserve">Para los clientes de afuera, con la versión en español a un click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71650" y="8382297"/>
            <a:ext cx="5370760" cy="430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90"/>
              </a:lnSpc>
            </a:pPr>
            <a:r>
              <a:rPr sz="2250" b="0">
                <a:solidFill>
                  <a:srgbClr val="46526B"/>
                </a:solidFill>
                <a:latin typeface="Figtree"/>
              </a:rPr>
              <a:t xml:space="preserve">Todos los meses, sin que haya que pedirlo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71650" y="9604325"/>
            <a:ext cx="3972817" cy="430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90"/>
              </a:lnSpc>
            </a:pPr>
            <a:r>
              <a:rPr sz="2250" b="0">
                <a:solidFill>
                  <a:srgbClr val="46526B"/>
                </a:solidFill>
                <a:latin typeface="Figtree"/>
              </a:rPr>
              <a:t xml:space="preserve">Apuntados a Estados Unidos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38800" y="3498800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38800" y="5452318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38800" y="7729835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600" y="3327350"/>
            <a:ext cx="3181350" cy="4481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En inglés por defecto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5280868"/>
            <a:ext cx="3181350" cy="4481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El español, a un toque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7558385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Un blog para sus propias notas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3775471"/>
            <a:ext cx="3181350" cy="1048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Es un estudio de Buenos Aires que les vende a inversores del exterior.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5728989"/>
            <a:ext cx="3181350" cy="13721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Y un aviso que se lo ofrece al que entra desde Argentina, sin cambiarle el idioma a la fuerza.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600" y="8378428"/>
            <a:ext cx="3181350" cy="1048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Las escribe él; nosotros armamos el lugar para publicarlas.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15" y="1954124"/>
            <a:ext cx="4632668" cy="87695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4503390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FFFFFF"/>
                </a:solidFill>
                <a:latin typeface="Bricolage Grotesque"/>
              </a:rPr>
              <a:t xml:space="preserve">El trabajo no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FFFFFF"/>
                </a:solidFill>
                <a:latin typeface="Bricolage Grotesque"/>
              </a:rPr>
              <a:t xml:space="preserve">termina cuando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63C8F2"/>
                </a:solidFill>
                <a:latin typeface="Bricolage Grotesque"/>
              </a:rPr>
              <a:t xml:space="preserve">entregás</a:t>
            </a:r>
            <a:r>
              <a:rPr sz="5550" b="1" spc="-166">
                <a:solidFill>
                  <a:srgbClr val="FFFFFF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200" y="7079009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7345709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