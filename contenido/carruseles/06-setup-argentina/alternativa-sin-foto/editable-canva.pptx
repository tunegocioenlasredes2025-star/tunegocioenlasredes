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7239833"/>
            <a:ext cx="2164258" cy="205739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5068490"/>
            <a:ext cx="5181600" cy="24074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¿Por qué un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estudio argentino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tiene la web</a:t>
            </a:r>
          </a:p>
          <a:p>
            <a:pPr algn="l">
              <a:lnSpc>
                <a:spcPts val="4590"/>
              </a:lnSpc>
            </a:pP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en inglés</a:t>
            </a:r>
            <a:r>
              <a:rPr sz="4500" b="1" spc="-135">
                <a:solidFill>
                  <a:srgbClr val="0A1B33"/>
                </a:solidFill>
                <a:latin typeface="Bricolage Grotesque"/>
              </a:rPr>
              <a:t xml:space="preserve">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805112"/>
            <a:ext cx="3429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4712493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8FD8F5"/>
                </a:solidFill>
                <a:latin typeface="Figtree"/>
              </a:rPr>
              <a:t xml:space="preserve">CASO REAL · SETUP ARGENTINA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4096642"/>
            <a:ext cx="9182100" cy="27573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Porque sus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clientes están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63C8F2"/>
                </a:solidFill>
                <a:latin typeface="Bricolage Grotesque"/>
              </a:rPr>
              <a:t xml:space="preserve">afuera</a:t>
            </a: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120681"/>
            <a:ext cx="8153400" cy="1536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33"/>
              </a:lnSpc>
            </a:pPr>
            <a:r>
              <a:rPr sz="2700" b="0">
                <a:solidFill>
                  <a:srgbClr val="B9CFE8"/>
                </a:solidFill>
                <a:latin typeface="Figtree"/>
              </a:rPr>
              <a:t xml:space="preserve">Arma empresas en Argentina para inversores del exterior. Por eso la web arranca en inglés, y por eso los anuncios de Google apuntan a Estados Unidos.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3103959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QUÉ CONSTRUIMOS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8800" y="3288803"/>
            <a:ext cx="495300" cy="38100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38800" y="5614243"/>
            <a:ext cx="495300" cy="38100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38800" y="7939682"/>
            <a:ext cx="495300" cy="38100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600" y="3117353"/>
            <a:ext cx="3181350" cy="820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</a:pPr>
            <a:r>
              <a:rPr sz="2325" b="1">
                <a:solidFill>
                  <a:srgbClr val="0A1B33"/>
                </a:solidFill>
                <a:latin typeface="Figtree"/>
              </a:rPr>
              <a:t xml:space="preserve">La misma web, en español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5442793"/>
            <a:ext cx="3181350" cy="820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</a:pPr>
            <a:r>
              <a:rPr sz="2325" b="1">
                <a:solidFill>
                  <a:srgbClr val="0A1B33"/>
                </a:solidFill>
                <a:latin typeface="Figtree"/>
              </a:rPr>
              <a:t xml:space="preserve">Cada idioma con su dirección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7768232"/>
            <a:ext cx="3181350" cy="820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</a:pPr>
            <a:r>
              <a:rPr sz="2325" b="1">
                <a:solidFill>
                  <a:srgbClr val="0A1B33"/>
                </a:solidFill>
                <a:latin typeface="Figtree"/>
              </a:rPr>
              <a:t xml:space="preserve">Un blog para sus propias notas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3937396"/>
            <a:ext cx="3181350" cy="1048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1"/>
              </a:lnSpc>
            </a:pPr>
            <a:r>
              <a:rPr sz="2025" b="0">
                <a:solidFill>
                  <a:srgbClr val="46526B"/>
                </a:solidFill>
                <a:latin typeface="Figtree"/>
              </a:rPr>
              <a:t xml:space="preserve">A un toque desde el botón de arriba, para los clientes de acá.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6262836"/>
            <a:ext cx="3181350" cy="1048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1"/>
              </a:lnSpc>
            </a:pPr>
            <a:r>
              <a:rPr sz="2025" b="0">
                <a:solidFill>
                  <a:srgbClr val="46526B"/>
                </a:solidFill>
                <a:latin typeface="Figtree"/>
              </a:rPr>
              <a:t xml:space="preserve">El inglés en la principal y el español en /es/, cada uno por separado.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8588275"/>
            <a:ext cx="3181350" cy="1048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1"/>
              </a:lnSpc>
            </a:pPr>
            <a:r>
              <a:rPr sz="2025" b="0">
                <a:solidFill>
                  <a:srgbClr val="46526B"/>
                </a:solidFill>
                <a:latin typeface="Figtree"/>
              </a:rPr>
              <a:t xml:space="preserve">Las escribe él; nosotros armamos el lugar para publicarlas.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15" y="1954124"/>
            <a:ext cx="4632668" cy="87695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6468373"/>
            <a:ext cx="4862066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4503390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Tu web tiene que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hablar el idioma de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quien te compra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7079009"/>
            <a:ext cx="5870376" cy="885825"/>
          </a:xfrm>
          <a:prstGeom prst="roundRect">
            <a:avLst>
              <a:gd name="adj" fmla="val 50000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7345709"/>
            <a:ext cx="5194101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2250" b="1">
                <a:solidFill>
                  <a:srgbClr val="FFFFFF"/>
                </a:solidFill>
                <a:latin typeface="Figtree"/>
              </a:rPr>
              <a:t xml:space="preserve">Te hacemos la demo gratis en 72 hs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