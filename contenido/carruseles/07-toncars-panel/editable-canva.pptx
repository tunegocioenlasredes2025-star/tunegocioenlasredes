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7336976"/>
            <a:ext cx="6340078" cy="315468"/>
          </a:xfrm>
          <a:prstGeom prst="rect">
            <a:avLst/>
          </a:prstGeom>
          <a:solidFill>
            <a:srgbClr val="73C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893468"/>
            <a:ext cx="9182100" cy="2757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Entra un auto.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A los dos minutos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ya está en la web</a:t>
            </a: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6115198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TON CARS · ING. MASCHWITZ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276600"/>
            <a:ext cx="9182100" cy="1863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El catálogo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0A1B33"/>
                </a:solidFill>
                <a:latin typeface="Bricolage Grotesque"/>
              </a:rPr>
              <a:t xml:space="preserve">lo maneja él.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5578375"/>
            <a:ext cx="8610600" cy="1806624"/>
          </a:xfrm>
          <a:prstGeom prst="roundRect">
            <a:avLst>
              <a:gd name="adj" fmla="val 10544"/>
            </a:avLst>
          </a:prstGeom>
          <a:solidFill>
            <a:srgbClr val="E7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7594550"/>
            <a:ext cx="8610600" cy="1806624"/>
          </a:xfrm>
          <a:prstGeom prst="roundRect">
            <a:avLst>
              <a:gd name="adj" fmla="val 10544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1100" y="5883175"/>
            <a:ext cx="8496300" cy="336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47"/>
              </a:lnSpc>
            </a:pPr>
            <a:r>
              <a:rPr sz="1575" b="1" spc="252">
                <a:solidFill>
                  <a:srgbClr val="46526B"/>
                </a:solidFill>
                <a:latin typeface="Figtree"/>
              </a:rPr>
              <a:t xml:space="preserve"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7899350"/>
            <a:ext cx="8496300" cy="33620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47"/>
              </a:lnSpc>
            </a:pPr>
            <a:r>
              <a:rPr sz="1575" b="1" spc="252">
                <a:solidFill>
                  <a:srgbClr val="FFFFFF"/>
                </a:solidFill>
                <a:latin typeface="Figtree"/>
              </a:rPr>
              <a:t xml:space="preserve">AHORA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6247953"/>
            <a:ext cx="6871692" cy="887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15"/>
              </a:lnSpc>
            </a:pPr>
            <a:r>
              <a:rPr sz="2550" b="0">
                <a:solidFill>
                  <a:srgbClr val="46526B"/>
                </a:solidFill>
                <a:latin typeface="Figtree"/>
              </a:rPr>
              <a:t xml:space="preserve">Cada auto nuevo era un mensaje a la agencia, y esperar a que lo subieran.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8264128"/>
            <a:ext cx="7776120" cy="887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15"/>
              </a:lnSpc>
            </a:pPr>
            <a:r>
              <a:rPr sz="2550" b="1">
                <a:solidFill>
                  <a:srgbClr val="FFFFFF"/>
                </a:solidFill>
                <a:latin typeface="Figtree"/>
              </a:rPr>
              <a:t xml:space="preserve">Gastón lo carga desde el panel, con fotos y precio, y se publica solo en uno o dos minutos.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10395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CONSTRUIMOS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4429511"/>
            <a:ext cx="4361110" cy="205739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2840980"/>
            <a:ext cx="9182100" cy="18246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17 autos, cada uno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con su precio y su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botón de consulta</a:t>
            </a: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27562"/>
            <a:ext cx="9448800" cy="480908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450339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Tu web no tendría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que depender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de </a:t>
            </a:r>
            <a:r>
              <a:rPr sz="5550" b="1" spc="-166">
                <a:solidFill>
                  <a:srgbClr val="63C8F2"/>
                </a:solidFill>
                <a:latin typeface="Bricolage Grotesque"/>
              </a:rPr>
              <a:t xml:space="preserve">nosotros</a:t>
            </a:r>
            <a:r>
              <a:rPr sz="5550" b="1" spc="-16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200" y="7079009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7345709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