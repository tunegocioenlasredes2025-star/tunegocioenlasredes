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7336976"/>
            <a:ext cx="4259758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El taller ya hacía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un trabajo que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nadie sabía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66975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063E63"/>
                </a:solidFill>
                <a:latin typeface="Figtree"/>
              </a:rPr>
              <a:t xml:space="preserve">CASO REAL · MOTOS ROLL · ITUZAINGÓ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706689"/>
            <a:ext cx="9182100" cy="33404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568"/>
              </a:lnSpc>
            </a:pPr>
            <a:r>
              <a:rPr sz="8400" b="1" spc="-252">
                <a:solidFill>
                  <a:srgbClr val="062A4D"/>
                </a:solidFill>
                <a:latin typeface="Bricolage Grotesque"/>
              </a:rPr>
              <a:t xml:space="preserve">Si no está</a:t>
            </a:r>
          </a:p>
          <a:p>
            <a:pPr algn="l">
              <a:lnSpc>
                <a:spcPts val="8568"/>
              </a:lnSpc>
            </a:pPr>
            <a:r>
              <a:rPr sz="8400" b="1" spc="-252">
                <a:solidFill>
                  <a:srgbClr val="062A4D"/>
                </a:solidFill>
                <a:latin typeface="Bricolage Grotesque"/>
              </a:rPr>
              <a:t xml:space="preserve">escrito,</a:t>
            </a:r>
          </a:p>
          <a:p>
            <a:pPr algn="l">
              <a:lnSpc>
                <a:spcPts val="8568"/>
              </a:lnSpc>
            </a:pPr>
            <a:r>
              <a:rPr sz="8400" b="1" spc="-252">
                <a:solidFill>
                  <a:srgbClr val="062A4D"/>
                </a:solidFill>
                <a:latin typeface="Bricolage Grotesque"/>
              </a:rPr>
              <a:t xml:space="preserve">no existe.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062A4D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062A4D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8800" y="3126878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38800" y="6100316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8800" y="8425755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600" y="2955428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La sección de seguros, con su propio botón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5928866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Informe con fotos de cada daño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8254305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“Atendemos siniestros de toda la zona oeste”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3775471"/>
            <a:ext cx="3181350" cy="16961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Presupuesto con la mano de obra y los repuestos discriminados, en el formato que pide la compañía.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6748908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Para que la aseguradora autorice la reparación sin idas y vueltas.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9074348"/>
            <a:ext cx="3181350" cy="7241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Escrito en la página, no en la cabeza del mecánico.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15" y="1954124"/>
            <a:ext cx="4632668" cy="8769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684514"/>
            <a:ext cx="4693443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241006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Ahora el que tuvo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un siniestro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lo encuentra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341244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607944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