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78459" y="7336976"/>
            <a:ext cx="4648795" cy="315468"/>
          </a:xfrm>
          <a:prstGeom prst="rect">
            <a:avLst/>
          </a:prstGeom>
          <a:solidFill>
            <a:srgbClr val="73C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4893468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Hace 25 años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que Dani enseña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en el </a:t>
            </a: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mismo lugar</a:t>
            </a: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91740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CASO REAL · DANI BOX · CLUB CASTELAR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267051"/>
            <a:ext cx="5181600" cy="17963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44"/>
              </a:lnSpc>
            </a:pPr>
            <a:r>
              <a:rPr sz="15750" b="1" spc="-787">
                <a:solidFill>
                  <a:srgbClr val="63C8F2"/>
                </a:solidFill>
                <a:latin typeface="Bricolage Grotesque"/>
              </a:rPr>
              <a:t xml:space="preserve">4,4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234856"/>
            <a:ext cx="5181600" cy="981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</a:pPr>
            <a:r>
              <a:rPr sz="3300" b="1" spc="-66">
                <a:solidFill>
                  <a:srgbClr val="FFFFFF"/>
                </a:solidFill>
                <a:latin typeface="Bricolage Grotesque"/>
              </a:rPr>
              <a:t xml:space="preserve">de puntaje</a:t>
            </a:r>
          </a:p>
          <a:p>
            <a:pPr algn="l">
              <a:lnSpc>
                <a:spcPts val="3564"/>
              </a:lnSpc>
            </a:pPr>
            <a:r>
              <a:rPr sz="3300" b="1" spc="-66">
                <a:solidFill>
                  <a:srgbClr val="FFFFFF"/>
                </a:solidFill>
                <a:latin typeface="Bricolage Grotesque"/>
              </a:rPr>
              <a:t xml:space="preserve">en Google.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330529"/>
            <a:ext cx="4667250" cy="11562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025" b="0">
                <a:solidFill>
                  <a:srgbClr val="B9CFE8"/>
                </a:solidFill>
                <a:latin typeface="Figtree"/>
              </a:rPr>
              <a:t xml:space="preserve">Las opiniones de los alumnos van en la web copiadas tal cual, con nombre y con el lugar donde las escribieron.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2909887"/>
            <a:ext cx="3429000" cy="6858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38800" y="3150840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38800" y="5476279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8800" y="8125717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600" y="2979390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Los 16 turnos, día por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5304829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Cinco accesos a WhatsApp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7954267"/>
            <a:ext cx="3181350" cy="4481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También lo que no hay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3799433"/>
            <a:ext cx="3181350" cy="1048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Con la hora de inicio y la de fin. Cada uno dura una hora y media.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6124872"/>
            <a:ext cx="3181350" cy="1372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Cada uno con el mensaje ya escrito: probar una clase, elegir turno, sumarse a entrenar.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600" y="8402389"/>
            <a:ext cx="3181350" cy="1372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Sábado y domingo dice “sin clases”, para que nadie llegue y encuentre todo cerrado.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15" y="1954124"/>
            <a:ext cx="4632668" cy="87695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468373"/>
            <a:ext cx="4602063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Por WhatsApp queda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sólo lo que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necesita charla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