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7336976"/>
            <a:ext cx="4837211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Dani se sabe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el nombre de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cada alumno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