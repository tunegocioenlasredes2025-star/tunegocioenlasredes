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7783907"/>
            <a:ext cx="4553247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446686"/>
            <a:ext cx="9182100" cy="3651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En un gimnasio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siempre preguntan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lo mismo: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¿a qué hora?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