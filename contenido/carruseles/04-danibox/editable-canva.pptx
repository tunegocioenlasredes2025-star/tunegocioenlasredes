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678459" y="7336976"/>
            <a:ext cx="4648795" cy="315468"/>
          </a:xfrm>
          <a:prstGeom prst="rect">
            <a:avLst/>
          </a:prstGeom>
          <a:solidFill>
            <a:srgbClr val="73C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4893468"/>
            <a:ext cx="9182100" cy="2757338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Hace 25 años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que Dani enseña</a:t>
            </a:r>
          </a:p>
          <a:p>
            <a:pPr algn="l">
              <a:lnSpc>
                <a:spcPts val="7038"/>
              </a:lnSpc>
            </a:pP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en el </a:t>
            </a: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mismo lugar</a:t>
            </a:r>
            <a:r>
              <a:rPr sz="6900" b="1" spc="-206">
                <a:solidFill>
                  <a:srgbClr val="FFFFFF"/>
                </a:solidFill>
                <a:latin typeface="Bricolage Grotesque"/>
              </a:rPr>
              <a:t xml:space="preserve">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5917406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8FD8F5"/>
                </a:solidFill>
                <a:latin typeface="Figtree"/>
              </a:rPr>
              <a:t xml:space="preserve">CASO REAL · DANI BOX · CLUB CASTELAR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2909887"/>
            <a:ext cx="3429000" cy="685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8FD8F5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942975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838200"/>
            <a:ext cx="3103959" cy="3333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650" b="1" spc="264">
                <a:solidFill>
                  <a:srgbClr val="1657D0"/>
                </a:solidFill>
                <a:latin typeface="Figtree"/>
              </a:rPr>
              <a:t xml:space="preserve">QUÉ CONSTRUIMOS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955756" y="11663362"/>
            <a:ext cx="2064543" cy="3524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DESLIZÁ </a:t>
            </a:r>
            <a:r>
              <a:rPr sz="1800" b="1" spc="252">
                <a:solidFill>
                  <a:srgbClr val="1657D0"/>
                </a:solidFill>
                <a:latin typeface="Figtree"/>
              </a:rPr>
              <a:t xml:space="preserve">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38200" y="838200"/>
            <a:ext cx="381000" cy="47625"/>
          </a:xfrm>
          <a:prstGeom prst="roundRect">
            <a:avLst>
              <a:gd name="adj" fmla="val 50000"/>
            </a:avLst>
          </a:prstGeom>
          <a:solidFill>
            <a:srgbClr val="00A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38200" y="6468373"/>
            <a:ext cx="4602063" cy="253746"/>
          </a:xfrm>
          <a:prstGeom prst="rect">
            <a:avLst/>
          </a:prstGeom>
          <a:solidFill>
            <a:srgbClr val="A8E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38200" y="4503390"/>
            <a:ext cx="9182100" cy="223271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Por WhatsApp queda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sólo lo que</a:t>
            </a:r>
          </a:p>
          <a:p>
            <a:pPr algn="l">
              <a:lnSpc>
                <a:spcPts val="5661"/>
              </a:lnSpc>
            </a:pP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necesita charla</a:t>
            </a:r>
            <a:r>
              <a:rPr sz="5550" b="1" spc="-166">
                <a:solidFill>
                  <a:srgbClr val="0A1B33"/>
                </a:solidFill>
                <a:latin typeface="Bricolage Grotesque"/>
              </a:rPr>
              <a:t xml:space="preserve"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8200" y="7079009"/>
            <a:ext cx="5870376" cy="885825"/>
          </a:xfrm>
          <a:prstGeom prst="roundRect">
            <a:avLst>
              <a:gd name="adj" fmla="val 50000"/>
            </a:avLst>
          </a:prstGeom>
          <a:solidFill>
            <a:srgbClr val="1657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57300" y="7345709"/>
            <a:ext cx="5194101" cy="4286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0"/>
              </a:lnSpc>
            </a:pPr>
            <a:r>
              <a:rPr sz="2250" b="1">
                <a:solidFill>
                  <a:srgbClr val="FFFFFF"/>
                </a:solidFill>
                <a:latin typeface="Figtree"/>
              </a:rPr>
              <a:t xml:space="preserve">Te hacemos la demo gratis en 72 hs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1582400"/>
            <a:ext cx="438150" cy="4381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