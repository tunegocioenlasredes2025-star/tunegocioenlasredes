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678459" y="7336976"/>
            <a:ext cx="4648795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893468"/>
            <a:ext cx="9182100" cy="2757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Hace 26 años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que Dani enseña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en el </a:t>
            </a: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mismo lugar</a:t>
            </a: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91740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CASO REAL · DANI BOX · CLUB CASTELAR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2909887"/>
            <a:ext cx="3429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CONSTRUIMOS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838200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6468373"/>
            <a:ext cx="4602063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4503390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Por WhatsApp queda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sólo lo que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necesita charla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7079009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345709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