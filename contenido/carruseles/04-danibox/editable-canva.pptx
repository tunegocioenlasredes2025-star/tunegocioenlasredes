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890194"/>
            <a:ext cx="4572595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8200" y="7783907"/>
            <a:ext cx="2464147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4446686"/>
            <a:ext cx="9182100" cy="3651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Acá se aprende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a boxear y 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bancar al de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al lado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91740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CASO REAL · DANI BOX · CLUB CASTELAR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2909887"/>
            <a:ext cx="3429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468373"/>
            <a:ext cx="4602063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Por WhatsApp queda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sólo lo que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necesita charla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