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78459" y="7336976"/>
            <a:ext cx="4648795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Hace 26 años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que Dani enseña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en el 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mismo lugar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91740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DANI BOX · CLUB CASTELAR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602063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Por WhatsApp queda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sólo lo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necesita charla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