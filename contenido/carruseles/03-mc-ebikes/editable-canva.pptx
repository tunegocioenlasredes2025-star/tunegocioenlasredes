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53561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MC E BIKES · CASTELAR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6336702"/>
            <a:ext cx="4158853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3893194"/>
            <a:ext cx="9182100" cy="3651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Nadie compra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una bici de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$1.890.000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por un DM.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810946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Le armamos la tienda a MC E Bikes, que vende fat e-bikes en Castelar.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34597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2373" y="6080527"/>
            <a:ext cx="1418927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115544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Una compra cara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no se decide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en un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chat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614963"/>
            <a:ext cx="8153400" cy="20234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Antes de poner dos millones, la persona quiere ver la ficha entera: cuánta potencia tiene, cuánto dura la batería y en cuántas cuotas lo paga. Eso no entra en una respuesta de Instagram.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QUÉ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782169"/>
            <a:ext cx="5181600" cy="24074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Cuatro modelos.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Cada uno con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su ficha y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63C8F2"/>
                </a:solidFill>
                <a:latin typeface="Bricolage Grotesque"/>
              </a:rPr>
              <a:t xml:space="preserve">su precio</a:t>
            </a: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380112"/>
            <a:ext cx="4667250" cy="2591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1"/>
              </a:lnSpc>
            </a:pPr>
            <a:r>
              <a:rPr sz="2325" b="0">
                <a:solidFill>
                  <a:srgbClr val="B9CFE8"/>
                </a:solidFill>
                <a:latin typeface="Figtree"/>
              </a:rPr>
              <a:t xml:space="preserve">Potencia, autonomía y velocidad de cada bici. Las 12 cuotas sin interés ya calculadas. Y una calculadora de ahorro que aclara, en la misma página, que es orientativa.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09887"/>
            <a:ext cx="3429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58737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TIENE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8914" y="5671399"/>
            <a:ext cx="3742134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3706415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El que entra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ya sabe cuál quiere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y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cuánto paga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205835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Desde $1.890.000, en 12 cuotas sin interés desde $157.500. Test ride en Castelar y service propio: lo mismo que contestaban veinte veces por mensaje.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8085385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8352085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