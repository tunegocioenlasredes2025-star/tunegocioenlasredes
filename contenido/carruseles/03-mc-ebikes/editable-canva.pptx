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5356175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CASO REAL · MC E BIKES · CASTELAR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200" y="6336702"/>
            <a:ext cx="4158853" cy="315468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3893194"/>
            <a:ext cx="9182100" cy="3651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Nadie compra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una bici de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$1.890.000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por un DM.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7810946"/>
            <a:ext cx="8153400" cy="10498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33"/>
              </a:lnSpc>
            </a:pPr>
            <a:r>
              <a:rPr sz="2700" b="0">
                <a:solidFill>
                  <a:srgbClr val="46526B"/>
                </a:solidFill>
                <a:latin typeface="Figtree"/>
              </a:rPr>
              <a:t xml:space="preserve">Le armamos la tienda a MC E Bikes, que vende fat e-bikes en Castelar.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09700" y="11682412"/>
            <a:ext cx="3168848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575" b="1">
                <a:solidFill>
                  <a:srgbClr val="6B7690"/>
                </a:solidFill>
                <a:latin typeface="Figtree"/>
              </a:rPr>
              <a:t xml:space="preserve">tunegocioenlasredes.com.ar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9411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4817" y="11682412"/>
            <a:ext cx="1475482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575" b="1" spc="283">
                <a:solidFill>
                  <a:srgbClr val="6B7690"/>
                </a:solidFill>
                <a:latin typeface="Figtree"/>
              </a:rPr>
              <a:t xml:space="preserve">01 /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2345977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EL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2373" y="6080527"/>
            <a:ext cx="1418927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4115544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Una compra cara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no se decide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en un 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chat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6614963"/>
            <a:ext cx="8153400" cy="20234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33"/>
              </a:lnSpc>
            </a:pPr>
            <a:r>
              <a:rPr sz="2700" b="0">
                <a:solidFill>
                  <a:srgbClr val="46526B"/>
                </a:solidFill>
                <a:latin typeface="Figtree"/>
              </a:rPr>
              <a:t xml:space="preserve">Antes de poner dos millones, la persona quiere ver la ficha entera: cuánta potencia tiene, cuánto dura la batería y en cuántas cuotas lo paga. Eso no entra en una respuesta de Instagram.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09700" y="11682412"/>
            <a:ext cx="3168848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575" b="1">
                <a:solidFill>
                  <a:srgbClr val="6B7690"/>
                </a:solidFill>
                <a:latin typeface="Figtree"/>
              </a:rPr>
              <a:t xml:space="preserve">tunegocioenlasredes.com.ar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3784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3415" y="11682412"/>
            <a:ext cx="1506884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575" b="1" spc="283">
                <a:solidFill>
                  <a:srgbClr val="6B7690"/>
                </a:solidFill>
                <a:latin typeface="Figtree"/>
              </a:rPr>
              <a:t xml:space="preserve">02 /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8FD8F5"/>
                </a:solidFill>
                <a:latin typeface="Figtree"/>
              </a:rPr>
              <a:t xml:space="preserve">QUÉ CONSTRUIMOS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3782169"/>
            <a:ext cx="5181600" cy="24074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590"/>
              </a:lnSpc>
            </a:pPr>
            <a:r>
              <a:rPr sz="4500" b="1" spc="-135">
                <a:solidFill>
                  <a:srgbClr val="FFFFFF"/>
                </a:solidFill>
                <a:latin typeface="Bricolage Grotesque"/>
              </a:rPr>
              <a:t xml:space="preserve">Cuatro modelos.</a:t>
            </a:r>
          </a:p>
          <a:p>
            <a:pPr algn="l">
              <a:lnSpc>
                <a:spcPts val="4590"/>
              </a:lnSpc>
            </a:pPr>
            <a:r>
              <a:rPr sz="4500" b="1" spc="-135">
                <a:solidFill>
                  <a:srgbClr val="FFFFFF"/>
                </a:solidFill>
                <a:latin typeface="Bricolage Grotesque"/>
              </a:rPr>
              <a:t xml:space="preserve">Cada uno con</a:t>
            </a:r>
          </a:p>
          <a:p>
            <a:pPr algn="l">
              <a:lnSpc>
                <a:spcPts val="4590"/>
              </a:lnSpc>
            </a:pPr>
            <a:r>
              <a:rPr sz="4500" b="1" spc="-135">
                <a:solidFill>
                  <a:srgbClr val="FFFFFF"/>
                </a:solidFill>
                <a:latin typeface="Bricolage Grotesque"/>
              </a:rPr>
              <a:t xml:space="preserve">su ficha y</a:t>
            </a:r>
          </a:p>
          <a:p>
            <a:pPr algn="l">
              <a:lnSpc>
                <a:spcPts val="4590"/>
              </a:lnSpc>
            </a:pPr>
            <a:r>
              <a:rPr sz="4500" b="1" spc="-135">
                <a:solidFill>
                  <a:srgbClr val="63C8F2"/>
                </a:solidFill>
                <a:latin typeface="Bricolage Grotesque"/>
              </a:rPr>
              <a:t xml:space="preserve">su precio</a:t>
            </a:r>
            <a:r>
              <a:rPr sz="4500" b="1" spc="-135">
                <a:solidFill>
                  <a:srgbClr val="FFFFFF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6380112"/>
            <a:ext cx="4667250" cy="25916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1"/>
              </a:lnSpc>
            </a:pPr>
            <a:r>
              <a:rPr sz="2325" b="0">
                <a:solidFill>
                  <a:srgbClr val="B9CFE8"/>
                </a:solidFill>
                <a:latin typeface="Figtree"/>
              </a:rPr>
              <a:t xml:space="preserve">Potencia, autonomía y velocidad de cada bici. Las 12 cuotas sin interés ya calculadas. Y una calculadora de ahorro que aclara, en la misma página, que es orientativa.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2909887"/>
            <a:ext cx="3429000" cy="6858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09700" y="11682412"/>
            <a:ext cx="3168848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575" b="1">
                <a:solidFill>
                  <a:srgbClr val="8FA9C8"/>
                </a:solidFill>
                <a:latin typeface="Figtree"/>
              </a:rPr>
              <a:t xml:space="preserve">tunegocioenlasredes.com.ar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601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8028" y="11682412"/>
            <a:ext cx="1502271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575" b="1" spc="283">
                <a:solidFill>
                  <a:srgbClr val="8FA9C8"/>
                </a:solidFill>
                <a:latin typeface="Figtree"/>
              </a:rPr>
              <a:t xml:space="preserve">03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2587376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TIENE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18914" y="5671399"/>
            <a:ext cx="3742134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3706415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El que entra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ya sabe cuál quiere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y 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cuánto paga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6205835"/>
            <a:ext cx="8153400" cy="1536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33"/>
              </a:lnSpc>
            </a:pPr>
            <a:r>
              <a:rPr sz="2700" b="0">
                <a:solidFill>
                  <a:srgbClr val="46526B"/>
                </a:solidFill>
                <a:latin typeface="Figtree"/>
              </a:rPr>
              <a:t xml:space="preserve">Desde $1.890.000, en 12 cuotas sin interés desde $157.500. Test ride en Castelar y service propio: lo mismo que contestaban veinte veces por mensaje.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8200" y="8085385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7300" y="8352085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09700" y="11682412"/>
            <a:ext cx="3168848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575" b="1">
                <a:solidFill>
                  <a:srgbClr val="6B7690"/>
                </a:solidFill>
                <a:latin typeface="Figtree"/>
              </a:rPr>
              <a:t xml:space="preserve">tunegocioenlasredes.com.ar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550" y="11682412"/>
            <a:ext cx="1517749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575" b="1" spc="283">
                <a:solidFill>
                  <a:srgbClr val="6B7690"/>
                </a:solidFill>
                <a:latin typeface="Figtree"/>
              </a:rPr>
              <a:t xml:space="preserve">04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