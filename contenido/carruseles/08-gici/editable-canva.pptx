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02172" y="6090094"/>
            <a:ext cx="2657772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540299"/>
            <a:ext cx="9182100" cy="1863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Buscá esto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en 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Google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61125"/>
            <a:ext cx="8572500" cy="1066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456574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GICI · ITUZAINGÓ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3362926"/>
            <a:ext cx="5327302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116782"/>
            <a:ext cx="9182100" cy="15138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Sale arriba de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Páginas Amarillas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92612"/>
            <a:ext cx="9448800" cy="65683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2884140"/>
            <a:ext cx="9182100" cy="2697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39"/>
              </a:lnSpc>
            </a:pPr>
            <a:r>
              <a:rPr sz="24000" b="1" spc="-1200">
                <a:solidFill>
                  <a:srgbClr val="63C8F2"/>
                </a:solidFill>
                <a:latin typeface="Bricolage Grotesque"/>
              </a:rPr>
              <a:t xml:space="preserve"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886301"/>
            <a:ext cx="8763000" cy="13927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84"/>
              </a:lnSpc>
            </a:pPr>
            <a:r>
              <a:rPr sz="4800" b="1" spc="-96">
                <a:solidFill>
                  <a:srgbClr val="FFFFFF"/>
                </a:solidFill>
                <a:latin typeface="Bricolage Grotesque"/>
              </a:rPr>
              <a:t xml:space="preserve">en cuatro de las cinco</a:t>
            </a:r>
          </a:p>
          <a:p>
            <a:pPr algn="l">
              <a:lnSpc>
                <a:spcPts val="5184"/>
              </a:lnSpc>
            </a:pPr>
            <a:r>
              <a:rPr sz="4800" b="1" spc="-96">
                <a:solidFill>
                  <a:srgbClr val="FFFFFF"/>
                </a:solidFill>
                <a:latin typeface="Bricolage Grotesque"/>
              </a:rPr>
              <a:t xml:space="preserve">búsquedas que medimos.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450484"/>
            <a:ext cx="7867650" cy="22096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59"/>
              </a:lnSpc>
            </a:pPr>
            <a:r>
              <a:rPr sz="2400" b="0">
                <a:solidFill>
                  <a:srgbClr val="B9CFE8"/>
                </a:solidFill>
                <a:latin typeface="Figtree"/>
              </a:rPr>
              <a:t xml:space="preserve">Estudio contable, contador monotributo, contador para monotributistas y contador pymes, en Ituzaingó. Contando los sitios, sin los anuncios ni el mapa. Medido el 21/09, tres veces cada búsqueda, en un Chrome sin sesión.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39192" y="6237732"/>
            <a:ext cx="4358729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687937"/>
            <a:ext cx="9182100" cy="1863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¿Y a tu negocio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lo 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encuentran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6894462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161162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